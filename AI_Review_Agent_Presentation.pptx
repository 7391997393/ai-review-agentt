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Pull Request Reviewer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Code Quality with Generative AI &amp; MCP</a:t>
            </a:r>
          </a:p>
          <a:p>
            <a:r>
              <a:t>By: The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Automate Code Reviews?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Consuming: Human reviewers spend hours checking syntax and bugs.</a:t>
            </a:r>
          </a:p>
          <a:p>
            <a:r>
              <a:t>Inconsistent Quality: Reviews are subjective and depend on constraints.</a:t>
            </a:r>
          </a:p>
          <a:p>
            <a:r>
              <a:t>Delayed Deployments: PR bottlenecks slow down the pipeline.</a:t>
            </a:r>
          </a:p>
          <a:p>
            <a:r>
              <a:t>Security Blind Spots: Complex vulnerabilities slip past manual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AI Code Review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&amp; Instant: Triggers immediately on PR actions.</a:t>
            </a:r>
          </a:p>
          <a:p>
            <a:r>
              <a:t>Comprehensive Analysis: Evaluates Security, Performance, Standards, and Testing.</a:t>
            </a:r>
          </a:p>
          <a:p>
            <a:r>
              <a:t>Context-Aware: Uses GitHub MCP to understand diffs deeply.</a:t>
            </a:r>
          </a:p>
          <a:p>
            <a:r>
              <a:t>Actionable Feedback: Posts global review and specific inline comments.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with Modern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Python 3.12+</a:t>
            </a:r>
          </a:p>
          <a:p>
            <a:r>
              <a:t>Orchestration: LangChain &amp; LangGraph</a:t>
            </a:r>
          </a:p>
          <a:p>
            <a:r>
              <a:t>AI/LLM: OpenAI-compatible Models (e.g., Gemini) with Pydantic</a:t>
            </a:r>
          </a:p>
          <a:p>
            <a:r>
              <a:t>Integration: GitHub Model Context Protocol (MCP)</a:t>
            </a:r>
          </a:p>
          <a:p>
            <a:r>
              <a:t>CI/CD Pipeline: GitHub Actions</a:t>
            </a:r>
          </a:p>
          <a:p>
            <a:r>
              <a:t>Testing: Pytest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(Workflow)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Trigger: Developer opens/updates PR.</a:t>
            </a:r>
          </a:p>
          <a:p>
            <a:r>
              <a:t>2. CI/CD: GitHub Actions starts the Agent.</a:t>
            </a:r>
          </a:p>
          <a:p>
            <a:r>
              <a:t>3. Fetch Context: Connects to MCP Server for diffs.</a:t>
            </a:r>
          </a:p>
          <a:p>
            <a:r>
              <a:t>4. AI Processing: LangGraph routes to the LLM.</a:t>
            </a:r>
          </a:p>
          <a:p>
            <a:r>
              <a:t>5. Validation: Pydantic ensures valid JSON outputs.</a:t>
            </a:r>
          </a:p>
          <a:p>
            <a:r>
              <a:t>6. Feedback: Agent posts review and inline comments.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the AI Look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Security: Injection vulnerabilities, hardcoded secrets.</a:t>
            </a:r>
          </a:p>
          <a:p>
            <a:r>
              <a:t>Performance: N+1 database queries, infinite loops.</a:t>
            </a:r>
          </a:p>
          <a:p>
            <a:r>
              <a:t>Standards: Code readability, variable naming, unused imports.</a:t>
            </a:r>
          </a:p>
          <a:p>
            <a:r>
              <a:t>Testing: Lack of validation, missing unit test coverage.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Structured Outputs: Forcing LLMs to return strict JSON using pydantic schemas.</a:t>
            </a:r>
          </a:p>
          <a:p>
            <a:r>
              <a:t>Smart Error Handling: try/except blocks skip out-of-diff AI findings without crashing.</a:t>
            </a:r>
          </a:p>
          <a:p>
            <a:r>
              <a:t>MCP Integration: Seamlessly interfaces with complex GitHub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Self-Healing Code: Suggesting direct code commits.</a:t>
            </a:r>
          </a:p>
          <a:p>
            <a:r>
              <a:t>Custom Repo Rules: Enforcing internal team guidelines.</a:t>
            </a:r>
          </a:p>
          <a:p>
            <a:r>
              <a:t>Multi-Agent Debate: AI models debating before finalizing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